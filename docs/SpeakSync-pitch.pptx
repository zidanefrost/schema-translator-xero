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onsolas"/>
              </a:rPr>
              <a:t>XERO APP &amp; AGENT HACKATHON · BOUNTY 02 · THE VIBE INTEGRATOR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7200" b="1">
                <a:solidFill>
                  <a:srgbClr val="2DD4BF"/>
                </a:solidFill>
                <a:latin typeface="Segoe UI"/>
              </a:rPr>
              <a:t>Speak</a:t>
            </a:r>
            <a:r>
              <a:rPr sz="7200" b="1">
                <a:solidFill>
                  <a:srgbClr val="A855F7"/>
                </a:solidFill>
                <a:latin typeface="Segoe UI"/>
              </a:rPr>
              <a:t>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CBD5E1"/>
                </a:solidFill>
                <a:latin typeface="Segoe UI"/>
              </a:rPr>
              <a:t>Point at any business data. Say what should happen in Xero. Watch it map itself — confidence-scored, human-checked, really written to Xero.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4480560"/>
            <a:ext cx="3287268" cy="34747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>
                <a:solidFill>
                  <a:srgbClr val="2DD4BF"/>
                </a:solidFill>
                <a:latin typeface="Consolas"/>
              </a:rPr>
              <a:t>live: schema-translator-xero.vercel.app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7980" y="4480560"/>
            <a:ext cx="1499616" cy="34747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>
                <a:solidFill>
                  <a:srgbClr val="34D399"/>
                </a:solidFill>
                <a:latin typeface="Consolas"/>
              </a:rPr>
              <a:t>real Xero writes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2188" y="4480560"/>
            <a:ext cx="2199132" cy="34747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100">
                <a:solidFill>
                  <a:srgbClr val="A855F7"/>
                </a:solidFill>
                <a:latin typeface="Consolas"/>
              </a:rPr>
              <a:t>zero hardcoded 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dirty="0">
                <a:solidFill>
                  <a:srgbClr val="94A3B8"/>
                </a:solidFill>
                <a:latin typeface="Segoe UI"/>
              </a:rPr>
              <a:t>Zidane </a:t>
            </a:r>
            <a:r>
              <a:rPr sz="1300" b="0">
                <a:solidFill>
                  <a:srgbClr val="94A3B8"/>
                </a:solidFill>
                <a:latin typeface="Segoe UI"/>
              </a:rPr>
              <a:t>&amp; </a:t>
            </a:r>
            <a:r>
              <a:rPr lang="en-US" sz="1300" b="0">
                <a:solidFill>
                  <a:srgbClr val="94A3B8"/>
                </a:solidFill>
                <a:latin typeface="Segoe UI"/>
              </a:rPr>
              <a:t>Pavan</a:t>
            </a:r>
            <a:r>
              <a:rPr sz="1300" b="0">
                <a:solidFill>
                  <a:srgbClr val="94A3B8"/>
                </a:solidFill>
                <a:latin typeface="Segoe UI"/>
              </a:rPr>
              <a:t> </a:t>
            </a:r>
            <a:r>
              <a:rPr sz="1300" b="0" dirty="0">
                <a:solidFill>
                  <a:srgbClr val="94A3B8"/>
                </a:solidFill>
                <a:latin typeface="Segoe UI"/>
              </a:rPr>
              <a:t>— built with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Integrations break where reality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Businesses run on many tools that don't talk to each other.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Traditional integrations are rigid if-this-then-that pipes: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   •  one hardcoded mapping per source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   •  one renamed column = broken sync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   •  messy real-world data = silent bad writes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Every new source is another brittle connector to build and babysit.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846320" cy="3931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2057400"/>
            <a:ext cx="4389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F87171"/>
                </a:solidFill>
                <a:latin typeface="Consolas"/>
              </a:rPr>
              <a:t>what real data looks like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onsolas"/>
              </a:rPr>
              <a:t>cust_nm, amt_gbp, dt_closed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onsolas"/>
              </a:rPr>
              <a:t>"acme ltd"  — is that Acme Limited?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onsolas"/>
              </a:rPr>
              <a:t>"£1,200.00" · "900 GBP" · "450 quid"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onsolas"/>
              </a:rPr>
              <a:t>"04/07/2026" — July 4th or April 7th?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onsolas"/>
              </a:rPr>
              <a:t>"i think close date was july 1st?"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 rigid pipe fails on every line above.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Describe the integration. AI does the integrating.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8FAFC"/>
                </a:solidFill>
                <a:latin typeface="Segoe UI"/>
              </a:rPr>
              <a:t>“For each closed deal, create a draft invoice in Xero for that customer.”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1 · Intent Compiler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One English sentence becomes a typed Recipe: trigger, Xero action, entity-resolution rule, guardrails.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83464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306324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A855F7"/>
                </a:solidFill>
                <a:latin typeface="Segoe UI"/>
              </a:rPr>
              <a:t>2 · Schema Discovery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Any payload — JSON, CSV, webhooks, even Slack threads and emails — profiled at runtime. No source is pre-known.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834640"/>
            <a:ext cx="3593592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21624" y="306324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3 · Mapping Engine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Claude maps each record to Xero fields with per-field confidence + a one-sentence rationale, resolving entities against live Xero contacts.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LLMs decide meaning. A deterministic executor does the writing. Humans approve anything uncertain.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English in. Draft invoices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542032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94A3B8"/>
                </a:solidFill>
                <a:latin typeface="Segoe UI"/>
              </a:rPr>
              <a:t>any source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Consolas"/>
              </a:rPr>
              <a:t>CSV · JSON · webhook
Slack ·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9463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37744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2542032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discover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Consolas"/>
              </a:rPr>
              <a:t>runtime schema
profile (LLM)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237744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0952" y="2542032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A855F7"/>
                </a:solidFill>
                <a:latin typeface="Segoe UI"/>
              </a:rPr>
              <a:t>map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Consolas"/>
              </a:rPr>
              <a:t>fields + confidence
+ rationale 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237744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0103" y="2542032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confirm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Consolas"/>
              </a:rPr>
              <a:t>human gate below
the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19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9528" y="237744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49255" y="2542032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execute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Consolas"/>
              </a:rPr>
              <a:t>deterministic writes
to real Xero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The contract: </a:t>
            </a:r>
            <a:r>
              <a:rPr sz="1500" b="0">
                <a:solidFill>
                  <a:srgbClr val="CBD5E1"/>
                </a:solidFill>
                <a:latin typeface="Consolas"/>
              </a:rPr>
              <a:t>Recipe + SourceProfile + record → MappedPayload → { id, deep_link, status }.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Same shapes across the mock, the in-process engine, and the standalone service — components swap freely.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Confidence guardrail comes from the recipe (default 0.8): above it, auto-sync; below it, a human confirms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GRACEFUL WITH MESSY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Confidence is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"acme ltd"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933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Acme Limited (existing contact)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99339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86%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96896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"£1,200.00"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70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1200  (currency stripped)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670048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85%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7355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4670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"Jul 4 2026"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4670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2026-07-04  (normalised)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346704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90%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0208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"04/07/2026"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ambiguous — assumed DD/MM, ask a 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02336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onsolas"/>
              </a:rPr>
              <a:t>70%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2686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000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missing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70001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flagged, never silently invented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700016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onsolas"/>
              </a:rPr>
              <a:t>60%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onsolas"/>
              </a:rPr>
              <a:t>"i think close date was july 1st?"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376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→ hedge kept as a note, low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5376672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onsolas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17336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Every mapped field ships with a one-sentence rationale — the audit log reads like a colleague explaining their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The gate that teaches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8FAFC"/>
                </a:solidFill>
                <a:latin typeface="Segoe UI"/>
              </a:rPr>
              <a:t>Below the guardrail → a confirm card.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Accept or edit the exact fields the AI was unsure about — nothing else is re-litigated.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DD4BF"/>
                </a:solidFill>
                <a:latin typeface="Segoe UI"/>
              </a:rPr>
              <a:t>Accepting teaches it.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The same low-confidence mapping auto-applies on the next run: “Auto-applied — you confirmed this mapping earlier.”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A855F7"/>
                </a:solidFill>
                <a:latin typeface="Segoe UI"/>
              </a:rPr>
              <a:t>Every decision is logged.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Auto-syncs and human confirmations land in a timestamped audit log with Xero deep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205740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⚠ Needs your confirmation — 1 field below 80%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onsolas"/>
              </a:rPr>
              <a:t>Date   "04/07/2026" is ambiguous — assumed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onsolas"/>
              </a:rPr>
              <a:t>       UK-style DD/MM/YYYY.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Consolas"/>
              </a:rPr>
              <a:t>[ 2026-07-04                     ]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20617"/>
                </a:solidFill>
                <a:latin typeface="Segoe UI"/>
              </a:rPr>
              <a:t>        Confirm &amp; sync 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next run: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34D399"/>
                </a:solidFill>
                <a:latin typeface="Consolas"/>
              </a:rPr>
              <a:t>Date  2026-07-04  96%  Auto-applied — you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34D399"/>
                </a:solidFill>
                <a:latin typeface="Consolas"/>
              </a:rPr>
              <a:t>confirmed this mapping earlier this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ANY SOURCE — LITERALLY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Structured, scrambled, or just… people talking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93592" cy="3840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154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Structured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CRM deals JSON · cryptic-header CSVs · Stripe-shaped webhooks. Discovered at runtime, never pre-configured.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cust_nm,amt_gbp,dt_closed…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920240"/>
            <a:ext cx="3593592" cy="3840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2148840"/>
            <a:ext cx="3154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A855F7"/>
                </a:solidFill>
                <a:latin typeface="Segoe UI"/>
              </a:rPr>
              <a:t>Unstructured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 Slack thread or an email inbox. An extraction stage reads the chatter, pulls real deals out of prose, ignores the noise, keeps human hedges as low-confidence notes.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“closed Acme!! £3,200 for the website rebuild 🎉”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1920240"/>
            <a:ext cx="3593592" cy="3840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1624" y="2148840"/>
            <a:ext cx="3154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Scrambled live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The 🎲 button randomises the CSV's column names on stage and rediscovers. Judges pick the input — nothing is hardcoded.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client,total_amt,win_date…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AND IT'S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Not a simulation of Xero — Xero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Custom Connection (client credentials) into the Xero Demo Company.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F8FAFC"/>
                </a:solidFill>
                <a:latin typeface="Segoe UI"/>
              </a:rPr>
              <a:t>Entity resolution against live contacts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“acme ltd” → the real Acme Limited contact GUID. Create-if-new with a dedup re-check — zero duplicate contacts.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F8FAFC"/>
                </a:solidFill>
                <a:latin typeface="Segoe UI"/>
              </a:rPr>
              <a:t>Draft invoices AND payments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create_invoice → DRAFT in Xero with a deep link. create_payment resolves invoice numbers to GUIDs and records against AUTHORISED invoices.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F8FAFC"/>
                </a:solidFill>
                <a:latin typeface="Segoe UI"/>
              </a:rPr>
              <a:t>Honest degradation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No credentials configured? Rows say “simulated” — the system never fakes a Xero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Consolas"/>
              </a:rPr>
              <a:t>$ run sync · 3 records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 in Xero · DRAFT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CBD5E1"/>
                </a:solidFill>
                <a:latin typeface="Consolas"/>
              </a:rPr>
              <a:t>  Acme Limited · £1,200 · View in Xero 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 in Xero · AUTHORISED payment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CBD5E1"/>
                </a:solidFill>
                <a:latin typeface="Consolas"/>
              </a:rPr>
              <a:t>  £900 → INV-1043 · View in Xero 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audit log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Consolas"/>
              </a:rPr>
              <a:t>23:55:12 auto Created create_payment in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Consolas"/>
              </a:rPr>
              <a:t>Xero for Globex Trading (AUTHORISED). view↗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Three minutes, five beats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1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onsolas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93391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Say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93391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Type the sentence → compiled Recipe appears (live LLM).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5768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34639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A855F7"/>
                </a:solidFill>
                <a:latin typeface="Consolas"/>
              </a:rPr>
              <a:t>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83463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Mystery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One click: cryptic headers labelled by meaning at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57015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7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7588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Run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75887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Clean rows auto-sync — click View in Xero: a real draft invoice.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98264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1713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Consolas"/>
              </a:rPr>
              <a:t>1:40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5171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The human moment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517136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Ambiguous date stops the line. Confirm it. Rerun — it learned.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9512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358383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Consolas"/>
              </a:rPr>
              <a:t>2:20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358383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Prove it's not canned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358383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🎲 scramble the headers, run again. Then Stripe payments → real payment on a real invoice.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5391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Fallbacks rehearsed: local dev server if wifi dies; mock mode if Xero does. The demo cannot dead-end.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2DD4BF"/>
              </a:gs>
              <a:gs pos="100000">
                <a:srgbClr val="A855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onsolas"/>
              </a:rPr>
              <a:t>WHY THIS WINS BOUNTY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Adaptive, context-aware syncing —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50" b="0">
                <a:solidFill>
                  <a:srgbClr val="CBD5E1"/>
                </a:solidFill>
                <a:latin typeface="Segoe UI"/>
              </a:rPr>
              <a:t>AI layer interprets, maps, and syncs dynamically — three Claude stages, zero hardcoded connectors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50" b="0">
                <a:solidFill>
                  <a:srgbClr val="CBD5E1"/>
                </a:solidFill>
                <a:latin typeface="Segoe UI"/>
              </a:rPr>
              <a:t>Messy, inconsistent, incomplete data handled gracefully — confidence, rationale, human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62656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50" b="0">
                <a:solidFill>
                  <a:srgbClr val="CBD5E1"/>
                </a:solidFill>
                <a:latin typeface="Segoe UI"/>
              </a:rPr>
              <a:t>Really connected to Xero — live entity resolution, draft invoices, payments, deep links, no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958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50" b="0">
                <a:solidFill>
                  <a:srgbClr val="CBD5E1"/>
                </a:solidFill>
                <a:latin typeface="Segoe UI"/>
              </a:rPr>
              <a:t>Adaptive — learns from every human confirmation; watch mode syncs events as they arrive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965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50" b="0">
                <a:solidFill>
                  <a:srgbClr val="CBD5E1"/>
                </a:solidFill>
                <a:latin typeface="Segoe UI"/>
              </a:rPr>
              <a:t>Swappable architecture — mock ↔ in-process engine ↔ standalone service behind one contract (MCP-ready executor interface)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Try it now:  </a:t>
            </a:r>
            <a:r>
              <a:rPr sz="1800" b="1">
                <a:solidFill>
                  <a:srgbClr val="2DD4BF"/>
                </a:solidFill>
                <a:latin typeface="Consolas"/>
              </a:rPr>
              <a:t>schema-translator-xero.vercel.app</a:t>
            </a:r>
            <a:r>
              <a:rPr sz="1400" b="0">
                <a:solidFill>
                  <a:srgbClr val="94A3B8"/>
                </a:solidFill>
                <a:latin typeface="Consolas"/>
              </a:rPr>
              <a:t>      github.com/zidanefrost/schema-translator-xero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Paste your own data. Describe it in your own words. Check your Xero.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1188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Zidane Mushtaq</cp:lastModifiedBy>
  <cp:revision>2</cp:revision>
  <dcterms:created xsi:type="dcterms:W3CDTF">2013-01-27T09:14:16Z</dcterms:created>
  <dcterms:modified xsi:type="dcterms:W3CDTF">2026-07-05T00:07:21Z</dcterms:modified>
  <cp:category/>
</cp:coreProperties>
</file>