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81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XERO HACKATHON · BOUNTY 02 · THE VIBE INTEGRATOR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6600" b="1">
                <a:solidFill>
                  <a:srgbClr val="2DD4BF"/>
                </a:solidFill>
                <a:latin typeface="Segoe UI"/>
              </a:rPr>
              <a:t>Speak</a:t>
            </a:r>
            <a:r>
              <a:rPr sz="6600" b="1">
                <a:solidFill>
                  <a:srgbClr val="A855F7"/>
                </a:solidFill>
                <a:latin typeface="Segoe UI"/>
              </a:rPr>
              <a:t>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566160"/>
            <a:ext cx="79552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Any business data in. Real Xero records out. One English sentence in between.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2DD4BF"/>
                </a:solidFill>
                <a:latin typeface="Consolas"/>
              </a:rPr>
              <a:t>schema-translator-xero.vercel.app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THE PROBLEM ·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Connectors break. Meaning doesn't.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F8FAFC"/>
                </a:solidFill>
                <a:latin typeface="Segoe UI"/>
              </a:rPr>
              <a:t>Rigid integrations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break on renamed columns, messy values,
and every new source.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0">
                <a:solidFill>
                  <a:srgbClr val="CBD5E1"/>
                </a:solidFill>
                <a:latin typeface="Consolas"/>
              </a:rPr>
              <a:t>cust_nm · "£1,200.00" · 04/07/2026
"acme ltd" · "450 quid"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Real-world data defeats if-this-then-that.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SpeakSync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understands data instead of expecting it.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0">
                <a:solidFill>
                  <a:srgbClr val="F8FAFC"/>
                </a:solidFill>
                <a:latin typeface="Segoe UI"/>
              </a:rPr>
              <a:t>“For each closed deal, create a draft
invoice in Xero for that customer.”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Three LLM stages decide meaning.
A deterministic executor writes to Xero.
A human approves anything uncertain.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English in. Xero records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2057400" cy="15087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2633472"/>
            <a:ext cx="1828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any source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onsolas"/>
              </a:rPr>
              <a:t>CSV · JSON · webhook
Slack ·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28803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2468880"/>
            <a:ext cx="2057400" cy="15087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0088" y="2633472"/>
            <a:ext cx="1828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discover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onsolas"/>
              </a:rPr>
              <a:t>runtime schema
profile  (LLM)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803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21224" y="2468880"/>
            <a:ext cx="2057400" cy="15087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633472"/>
            <a:ext cx="1828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A855F7"/>
                </a:solidFill>
                <a:latin typeface="Segoe UI"/>
              </a:rPr>
              <a:t>map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onsolas"/>
              </a:rPr>
              <a:t>fields + confidence
+ rationale  (LLM)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28803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5" y="2468880"/>
            <a:ext cx="2057400" cy="15087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2633472"/>
            <a:ext cx="1828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Segoe UI"/>
              </a:rPr>
              <a:t>confirm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onsolas"/>
              </a:rPr>
              <a:t>human gate below
the 0.8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3" y="28803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39528" y="2468880"/>
            <a:ext cx="2057400" cy="15087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67544" y="2633472"/>
            <a:ext cx="1828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execute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onsolas"/>
              </a:rPr>
              <a:t>deterministic writes
to real Xero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One contract everywhere:  </a:t>
            </a:r>
            <a:r>
              <a:rPr sz="1400" b="0">
                <a:solidFill>
                  <a:srgbClr val="CBD5E1"/>
                </a:solidFill>
                <a:latin typeface="Consolas"/>
              </a:rPr>
              <a:t>{recipe, profile, record} → MappedPayload → {id, deep_link, status}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THE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Confidence-scored. Human-checked. Self-improving.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Per-field confidence + rationale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"04/07/2026 is ambiguous — assumed DD/MM."  Every value explains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29968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Segoe UI"/>
              </a:rPr>
              <a:t>Confirm cards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Anything under the guardrail stops and asks — only the uncertain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39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78807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A855F7"/>
                </a:solidFill>
                <a:latin typeface="Segoe UI"/>
              </a:rPr>
              <a:t>It learns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Accepted mappings persist and auto-apply next run. Challenge a bad one and it's forgotten.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78807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Honest &amp; safe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Validation before writes · opt-in idempotency · zero duplicate contacts · verbatim Xero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ANY SOURCE — LITERALLY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Structured, scrambled, or people talking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2DD4BF"/>
                </a:solidFill>
                <a:latin typeface="Segoe UI"/>
              </a:rPr>
              <a:t>Mystery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48256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cryptic headers labelled by meaning at runtime — scramble them live, it still 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44368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72384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A855F7"/>
                </a:solidFill>
                <a:latin typeface="Segoe UI"/>
              </a:rPr>
              <a:t>Stripe-shaped webhooks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72384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a different sentence, a different shape — payments recorded against matching invoices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684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1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F59E0B"/>
                </a:solidFill>
                <a:latin typeface="Segoe UI"/>
              </a:rPr>
              <a:t>Slack threads &amp; emails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96511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an extraction stage turns chatter into records; hedges become low-confidence flags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9262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34D399"/>
                </a:solidFill>
                <a:latin typeface="Segoe UI"/>
              </a:rPr>
              <a:t>Your own paste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120640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judges drive it: any CSV / JSON / email text, zero 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XERO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Accounting API endpoints we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56231"/>
            <a:ext cx="6035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DD4BF"/>
                </a:solidFill>
                <a:latin typeface="Consolas"/>
              </a:rPr>
              <a:t>POST  identity.xero.com/connect/token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856231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client-credentials token (Custom Connection)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6035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DD4BF"/>
                </a:solidFill>
                <a:latin typeface="Consolas"/>
              </a:rPr>
              <a:t>GET   /connections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50592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resolve the connected tenant (single org)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44952"/>
            <a:ext cx="6035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DD4BF"/>
                </a:solidFill>
                <a:latin typeface="Consolas"/>
              </a:rPr>
              <a:t>GET   /Contacts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044952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candidate contacts for LLM entity resolution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39312"/>
            <a:ext cx="6035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DD4BF"/>
                </a:solidFill>
                <a:latin typeface="Consolas"/>
              </a:rPr>
              <a:t>PUT   /Contacts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639312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create-if-new contact (dedup re-check first)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33672"/>
            <a:ext cx="6035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DD4BF"/>
                </a:solidFill>
                <a:latin typeface="Consolas"/>
              </a:rPr>
              <a:t>PUT   /Invoices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33672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create DRAFT / AUTHORISED ACCREC invoices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28032"/>
            <a:ext cx="6035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DD4BF"/>
                </a:solidFill>
                <a:latin typeface="Consolas"/>
              </a:rPr>
              <a:t>GET   /Invoices?InvoiceNumbers= | where Reference==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828032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resolve payment targets · opt-in idempotency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22392"/>
            <a:ext cx="6035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DD4BF"/>
                </a:solidFill>
                <a:latin typeface="Consolas"/>
              </a:rPr>
              <a:t>PUT   /Payments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422392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record payments against AUTHORISED invoices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943600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016752"/>
            <a:ext cx="6035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DD4BF"/>
                </a:solidFill>
                <a:latin typeface="Consolas"/>
              </a:rPr>
              <a:t>GET   /Accounts?where=Type=="BANK"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6016752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payment account (graceful fallback to code 090)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836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All calls go through the xero-node SDK behind one deterministic Executor interface — the LLM never touches Xero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XERO AUTH &amp; SCOPES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Custom Connection · OAuth 2.0 client credentials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A855F7"/>
                </a:solidFill>
                <a:latin typeface="Segoe UI"/>
              </a:rPr>
              <a:t>How auth works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Machine-to-machine Custom Connection — no redirect flow, scoped to one organisation (the Demo Company).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Token cached ~30 min and auto-refreshed; tenant resolved once via /connections.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Secrets live server-side only (.env / Vercel encrypted env). The browser never sees Xero or Anthropic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574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Scopes the app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06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34D399"/>
                </a:solidFill>
                <a:latin typeface="Segoe UI"/>
              </a:rPr>
              <a:t>✓ </a:t>
            </a:r>
            <a:r>
              <a:rPr sz="1350" b="0">
                <a:solidFill>
                  <a:srgbClr val="CBD5E1"/>
                </a:solidFill>
                <a:latin typeface="Consolas"/>
              </a:rPr>
              <a:t>accounting.contacts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900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34D399"/>
                </a:solidFill>
                <a:latin typeface="Segoe UI"/>
              </a:rPr>
              <a:t>✓ </a:t>
            </a:r>
            <a:r>
              <a:rPr sz="1350" b="0">
                <a:solidFill>
                  <a:srgbClr val="CBD5E1"/>
                </a:solidFill>
                <a:latin typeface="Consolas"/>
              </a:rPr>
              <a:t>accounting.contacts.read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374136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34D399"/>
                </a:solidFill>
                <a:latin typeface="Segoe UI"/>
              </a:rPr>
              <a:t>✓ </a:t>
            </a:r>
            <a:r>
              <a:rPr sz="1350" b="0">
                <a:solidFill>
                  <a:srgbClr val="CBD5E1"/>
                </a:solidFill>
                <a:latin typeface="Consolas"/>
              </a:rPr>
              <a:t>accounting.invoices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58184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34D399"/>
                </a:solidFill>
                <a:latin typeface="Segoe UI"/>
              </a:rPr>
              <a:t>✓ </a:t>
            </a:r>
            <a:r>
              <a:rPr sz="1350" b="0">
                <a:solidFill>
                  <a:srgbClr val="CBD5E1"/>
                </a:solidFill>
                <a:latin typeface="Consolas"/>
              </a:rPr>
              <a:t>accounting.invoices.read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1422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34D399"/>
                </a:solidFill>
                <a:latin typeface="Segoe UI"/>
              </a:rPr>
              <a:t>✓ </a:t>
            </a:r>
            <a:r>
              <a:rPr sz="1350" b="0">
                <a:solidFill>
                  <a:srgbClr val="CBD5E1"/>
                </a:solidFill>
                <a:latin typeface="Consolas"/>
              </a:rPr>
              <a:t>accounting.payments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5262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34D399"/>
                </a:solidFill>
                <a:latin typeface="Segoe UI"/>
              </a:rPr>
              <a:t>✓ </a:t>
            </a:r>
            <a:r>
              <a:rPr sz="1350" b="0">
                <a:solidFill>
                  <a:srgbClr val="CBD5E1"/>
                </a:solidFill>
                <a:latin typeface="Consolas"/>
              </a:rPr>
              <a:t>accounting.payments.read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01768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optional: </a:t>
            </a:r>
            <a:r>
              <a:rPr sz="1250" b="0">
                <a:solidFill>
                  <a:srgbClr val="94A3B8"/>
                </a:solidFill>
                <a:latin typeface="Consolas"/>
              </a:rPr>
              <a:t>accounting.settings.read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(lists bank accounts; without it the executor falls back to account code 090)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WHY THIS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Adaptive, context-aware syncing —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00" b="0">
                <a:solidFill>
                  <a:srgbClr val="CBD5E1"/>
                </a:solidFill>
                <a:latin typeface="Segoe UI"/>
              </a:rPr>
              <a:t>Three LLM stages interpret, map, and sync — nothing hardcoded, proven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00" b="0">
                <a:solidFill>
                  <a:srgbClr val="CBD5E1"/>
                </a:solidFill>
                <a:latin typeface="Segoe UI"/>
              </a:rPr>
              <a:t>Messy data handled gracefully: confidence, rationale, human gate, audit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809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00" b="0">
                <a:solidFill>
                  <a:srgbClr val="CBD5E1"/>
                </a:solidFill>
                <a:latin typeface="Segoe UI"/>
              </a:rPr>
              <a:t>Real Xero: entity resolution, draft invoices, payments, deep links, no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11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00" b="0">
                <a:solidFill>
                  <a:srgbClr val="CBD5E1"/>
                </a:solidFill>
                <a:latin typeface="Segoe UI"/>
              </a:rPr>
              <a:t>It learns from every confirmation — and unlearns when challenged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2DD4BF"/>
                </a:solidFill>
                <a:latin typeface="Consolas"/>
              </a:rPr>
              <a:t>schema-translator-xero.vercel.app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Paste your own data. Describe it in your own words. Check your Xero.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